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AIthena for Learn45: the learning agent that picks the next learning step and explains why it helps right now.
Learn alone. Learn with AI. Learning together, planned as the next step.
Task → own attempt → feedback → next step → visible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AIthena works: rules answer instantly, then the planner agent (≤ 6 steps, 45 s) reads the history, writes and validates a lesson and records evidence. A rules check passes the next step with a reason and an alternative, or the rules plan stays.
Features: lines and mountains, five formats, your own topic, the owl, works without AI.
Next: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demo, 2:13, no sound. Click the video to play it.
Login with DCC → home → agent suggests topics → video lesson with knowledge checks → XP and badge → mountain with climber and cable car → AI chat lesson → own topic (Security+) → learning map → owl → settings, English and dark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-1.mp4"/><Relationship Id="rId2" Type="http://schemas.microsoft.com/office/2007/relationships/media" Target="../media/media-3-1.mp4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thena for Learn45: the learning agent that picks the next learning step and explains why it helps right now. Learn alone. Learn with AI. Learning together: planned as the next step. Task, own attempt, feedback, next step, visible path. Owl, your learning compani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w AIthena works: the learner does a lesson, rules give an instant suggestion, then the planner agent reads the history, writes and validates a lesson and records evidence. A rules check either passes the next step with a reason and an alternative, or the rules plan stays. Learning features: lines and mountains, five formats, your own topic, the owl companion, works without AI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AIthena for Learn45</dc:title>
  <dc:subject>Zentral Hack 2026 · CoreTeam AG challenge</dc:subject>
  <dc:creator>Team Owl You Need</dc:creator>
  <cp:lastModifiedBy>Team Owl You Need</cp:lastModifiedBy>
  <cp:revision>1</cp:revision>
  <dcterms:created xsi:type="dcterms:W3CDTF">2026-10-24T14:09:38Z</dcterms:created>
  <dcterms:modified xsi:type="dcterms:W3CDTF">2026-10-24T14:09:38Z</dcterms:modified>
</cp:coreProperties>
</file>